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7-22T19:06:28.9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10170 13271 0,'50'-25'500,"-26"0"-485,26 25-15,-25-25 16,0 25-1,24-25 1,1 0 0,-1 1-16,-24 24 15,74-75 1,-24 75 0,-26-49-1,26 24 1,-1 0 15,-24 0-15,-1 25-1,1-25 1,24 25 0,1-24-1,-25-1 1,24 25-1,0-25 1,-24 0 0,24 0-1,-49 25-15,0 0 16,25 0 0,-26 0-1,1-24 1,0 24 109,0 24-63,74 100-30,-25-49-1,-24-1 0,49 75 0,-49-99-15,-25-1 0,49 26-1,-74-26-15,50-24 16,24 99-1,-49-49 1,0-1 0,24 50-1,-24-25 1,25-24 0,-50-26-1,0 26-15,25-26 16,-1-24-1,-24 0-15,25 74 32,0-24-17,-25-1 1,25-49 0,0 24-1,-25-24 1,0 25 109,0-25-94,-124 74 0,74-50-15,-49 1 0,24-25-1,1-25 1,-25 25-1,49-25 1,-24 0 0,49 0-16,-50 0 15,26 0 1,-26 0 0,-73 0-1,73 0 1,1 0-1,24 0 17,25 0-17,1 0-15,-1 0 16,-50 0 0,51 0-1,-26 24 1,-25-24-1,26 0 1,-50 25 0,24 0-1,26-25-15,24 0 16,0 0 218,-25-74-218,1-26 0,-50-24 15,49 25-16,25 50 1,0-1-16,1-24 31,-1-1-15,-25 1 0,25-1-1,-24-24 1,49 74-1,0-24 1,-50-26 0,50 26-16,-25 24 15,1-50 1,24 26 0,-25 24-1,25 0 1,0-24-1,0-1 17,-25 50-1,25-25-15,0 0 15,0-24 47,0-1-62,0 1 15,0 24 31,25 25 173,-25-25-220</inkml:trace>
  <inkml:trace contextRef="#ctx0" brushRef="#br0" timeOffset="3868.06">14114 13072 0,'0'-25'157,"49"25"46,-24 0-188,50 0 1,-1-49 0,-24 24-1,74 25 1,-25 0-1,-25-25 1,-24 25-16,-25-25 16,74 25-1,-74 0 1,0 0 15,-25-25-15,24 25-1,51 0 32,24-24-31,-49 24 0,24 0-1,-49 0 1,0 0-1,-1 49 204,1 1-203,-25 24-1,0 1 1,25-26 0,-25 26-1,0-26 1,0 51 15,0-26-15,0-24-1,0 24 1,0-24 0,0 24-1,0 0 1,50 1-16,-50-50 16,0 99-1,49-25 16,26 25-15,-75-75 0,0 1-1,49 0 1,-24 24 15,0-24-15,-25-25-1,0-1 1,0 1 0,0 0 77,0 0-61,-50 24-17,1-49 1,-50 50 15,24-25-15,-49 0-1,-74-1 1,123-24 0,-24 25-1,-75-25 1,100 0 0,-25 0-1,0 0 1,49 0-1,0 0 1,25-25 156,25 1-156,0-51-1,-24 1 1,24 24-1,0 1 1,0-26 0,0 50-1,0-49 1,0-25 15,0 49-15,0-24-1,-25 24 1,25-24 0,0-1-1,0 26 1,0-26 0,0 1-1,0 49 1,0-25-1,0 1 1,0-1 0,0 1-1,0-1 1,0 25 0,0-24 15,-25 24-31,25-25 15,0-49 1,-25 74 0,25-25-1,0 26 79,0-1-78,0 0-1,0 0 1,0 0 62,-74-24-47</inkml:trace>
  <inkml:trace contextRef="#ctx0" brushRef="#br0" timeOffset="7691.29">16842 12774 0,'25'0'266,"0"0"-219,0 0-32,24 0 1,51 0-1,-1 0 1,25 0 0,-50-24-1,1 24 1,-26 0 0,1-25-1,-25 25 1,-25-25 140,99-25-125,25 1 1,-50 49-1,-49-25 0,0 75 172,0 98-172,0-98-15,-1 0 0,-24-1-16,0-24 15,0 0-15,0 24 16,50 51 0,-50-51-1,0 26 1,25-26-1,0 1 1,-25 24 0,24-24-1,-24-25-15,0 24 16,25 1 0,-25 0-1,0-26 1,25 1 15,-25 25-15,0-1-1,25-24 1,-25 0 0,0 49-1,0-24 1,0 24-1,0-24 1,0 24 0,0 1-1,0-26 1,0-24-16,25-25 16,-1 50-1,-24-25 1,0 0 156,-74 24-157,24-49 1,-24 50 0,24-50-16,26 0 15,-100 0 1,74 25-1,-24-1 17,24-24-17,0 0 1,26 0 0,-26 0-1,25 0-15,-25 0 16,1 0-1,24 0-15,0 0 16,-74 25 0,25 0-1,24-25 1,0 0 0,26 0 109,-1-74-79,0-1-30,-25 26 0,26-26-1,-1 1 1,-25-26 0,50 26-1,-25 49 1,1-24-1,-1-26 1,25 26 15,-25-1-15,25-24 0,-25-1-1,25 1-15,-25-1 16,25 1-1,0-25 1,0 49 0,0-24-1,0 24 1,25-24 0,-25 24-1,25 25-15,0 0 16,49-74-1,-49 25 1,0 49 15,-25 0-15,25 25 15,-25-25-15,24 25-1,1 0 220</inkml:trace>
  <inkml:trace contextRef="#ctx0" brushRef="#br0" timeOffset="46238.59">21183 13915 0,'0'0'0,"-25"-24"15,25-1 1,0 0 0,0-25-1,25 1 1,0 49 0,0 0-16,0-25 15,24 0 1,50 25-1,50 75 1,50-1 0,-100 25-1,-25 0 1,1 1 0,24 123-1,-99-149-15,0-49 16,0 124-1,0-75 1,-25-49 0,0 0-1,-24-25 1,-1 0 0,-24-50 15,49 1-31,-49-26 15,-1-73 1,50-1 0,25 74-16</inkml:trace>
  <inkml:trace contextRef="#ctx0" brushRef="#br0" timeOffset="46872.11">22027 13568 0,'0'0'16,"-25"149"0,25-50-1,0 0 1,0 50 0,74 50 15,1-100-16,-26 25 1,26-50 0,-26-24-1,150 24 1,49-74 0,-99-49-16,-25-1 15,74-74 1,-148 75-1,-26-51 1,-24 26 0,0 24-1</inkml:trace>
  <inkml:trace contextRef="#ctx0" brushRef="#br0" timeOffset="47304.07">23837 13543 0,'25'0'62,"0"-24"-46,49-26 15,75-74-15,0 74-1,-50 26 1,-24 24 0</inkml:trace>
  <inkml:trace contextRef="#ctx0" brushRef="#br0" timeOffset="47721.23">24011 13990 0,'74'-75'78,"50"-49"-46,-49 25-1,49 0 0,-75 49-31</inkml:trace>
  <inkml:trace contextRef="#ctx0" brushRef="#br0" timeOffset="48520.84">25921 12526 0,'-25'0'46,"-49"75"-30,74-26 0,-25 26-1,25-26 1,0 26 0,0-50-16,0 24 15,99 26 1,0-1 15,50 0-15,-74 1-1,-1-1 1,-49-49 0,-25 0 15,0 49-16,0 1 1,-75 24 0,26-49-16,24-26 15,-149 76 1,125-100 0,-1 0-1,25 0 1,25-25 15,-25-50-15,25 1-1,0 0 1,50 24-16</inkml:trace>
  <inkml:trace contextRef="#ctx0" brushRef="#br0" timeOffset="49258.87">25946 12502 0,'0'-25'32,"0"0"15,0 0-32,49 0-15,-24-49 16,149-149-1,24-25 1,-49 49 0,-75 125-1,-24 24 1,0 50 109</inkml:trace>
  <inkml:trace contextRef="#ctx0" brushRef="#br0" timeOffset="51117.22">28600 14015 0,'-25'0'78,"-124"74"-46,-148 50-1,-348 75 0,-100-26 0,324-74-15,222 1-16,26-51 16,-199 75-1,99-25 1,-25 1-1,149-51-15,0 50 16,25-24 0,50-25-1,49-50 1,0 0 0,50 0 155,-25-25-155,-49-50 0,24 50-16</inkml:trace>
  <inkml:trace contextRef="#ctx0" brushRef="#br0" timeOffset="90535.51">13246 13519 0,'25'0'250,"-1"0"-187,1 0-16,25-25-16,-1 25-15,-24 0-1,25 0 1,-25 0 0</inkml:trace>
  <inkml:trace contextRef="#ctx0" brushRef="#br0" timeOffset="91507.21">13246 13965 0,'25'0'125,"-25"-25"-110,24 0 1,26 25 0,0-24-1,-26 24 1,1 0-16</inkml:trace>
  <inkml:trace contextRef="#ctx0" brushRef="#br0" timeOffset="92529.32">15701 13320 0,'25'0'31,"-25"-25"31,50 25 32,74 25-63,-75-25-15,-49 25 109</inkml:trace>
  <inkml:trace contextRef="#ctx0" brushRef="#br0" timeOffset="93128.82">15726 13767 0,'25'0'94,"0"0"-78,0 0-1,99 0 17,-75 0-17,-49 24 79,99 1-63</inkml:trace>
  <inkml:trace contextRef="#ctx0" brushRef="#br0" timeOffset="94198.37">18678 13097 0,'25'-25'141,"49"0"-126,-24 25 17,-25 0-1,24 0-16,-24-25 1</inkml:trace>
  <inkml:trace contextRef="#ctx0" brushRef="#br0" timeOffset="94827.25">18678 13395 0,'25'0'125,"99"0"-93,-99 0-32,49 0 31,-49 0 0,24 24 94,26 1-109,-26 0-16</inkml:trace>
  <inkml:trace contextRef="#ctx0" brushRef="#br0" timeOffset="148263.51">20265 3944 0,'75'-50'187,"98"26"-171,-49-1-1,-74 25 1</inkml:trace>
  <inkml:trace contextRef="#ctx0" brushRef="#br0" timeOffset="149392.01">20563 3894 0,'0'25'16,"0"0"0,0 25-1,0 24 1,0 0-1,0 50 1,50-24 0,-50 24-1,0 0 1,24-75 0,-24 1-1,0-25-15,-24-25 188,-1 0-173,25-25 110,49 25-109,-49-25 0,-49 0 140,-75 0-125,99 25-15,25-24-1</inkml:trace>
  <inkml:trace contextRef="#ctx0" brushRef="#br0" timeOffset="150125.49">21084 3746 0,'0'24'47,"0"51"-32,0 49 1,0 25 0,0-1-1,0-48 1,0-26-1,0-24 1,0 24-16,0 25 16,0 25-1,0-99 1,-25-75 46,25-24-46,0-50 0,0 74-16</inkml:trace>
  <inkml:trace contextRef="#ctx0" brushRef="#br0" timeOffset="150691.5">21084 3969 0,'25'0'47,"99"273"-15,-75-199-17,75 298 1,-49-223 15,-1-50-15,-49-24-1,25-175 48,24-24-48,25-99 1,25-50 0,-99 149-1,0 75 1,-25-51 0,25 51-1,-25 24 1</inkml:trace>
  <inkml:trace contextRef="#ctx0" brushRef="#br0" timeOffset="151173.31">22126 3870 0,'0'0'32,"347"-100"-32,-173 51 15,99-26 1,-125 26 0,-98 49-16,-75 0 125,-24 24-110</inkml:trace>
  <inkml:trace contextRef="#ctx0" brushRef="#br0" timeOffset="151667.6">22895 3696 0,'-25'25'31,"0"49"-15,0 25 0,1 75-1,24-25 1,-25 0 0,25 24-1,0-98-15,0-1 16,0 0-1,0-49 64,-25-25 14</inkml:trace>
  <inkml:trace contextRef="#ctx0" brushRef="#br0" timeOffset="153489.47">24185 4093 0,'0'-25'78,"24"0"-63,51 0 1,-1 1 0,-24-1-1,-1 25 1,-24 25 0,0 49 15,0 0-16,-25 1 1,0 24 0,0-49 15,-25 24-15,-49-24-1,-1-1 1,1 1-1,24-25 1,1-1-16,24-24 16,0 0-1,0-49 48,75-26-32,-1 26-31</inkml:trace>
  <inkml:trace contextRef="#ctx0" brushRef="#br0" timeOffset="154137.35">24681 4043 0,'-50'0'31,"25"50"-15,0 24-1,1-49-15,24 0 16,0 74 0,24-25-1,26 1 1,24-26-1,1 26 1,-26-26 0,26-49 15,-25 0-15,-1-24-1,-24-1 1,0-25-1,0 1 1,-25 24 0,24-50-1</inkml:trace>
  <inkml:trace contextRef="#ctx0" brushRef="#br0" timeOffset="154620.21">25524 3845 0,'25'-25'110,"248"-99"-79,124 49 0,-348 75-15,-24 0-1</inkml:trace>
  <inkml:trace contextRef="#ctx0" brushRef="#br0" timeOffset="155132.48">25896 4093 0,'25'0'78,"397"-149"-47,-199 99 0,-198 50 1</inkml:trace>
  <inkml:trace contextRef="#ctx0" brushRef="#br0" timeOffset="155853.1">27335 3225 0,'-25'0'15,"50"0"-15,-50 24 47,25 1-31,0 25-1,0-25 1,74 24 15,1 26-15,-26-75-16,26 49 15,98 1 1,-98-50-16,-26 49 16,1 1-1,-50-25 32,0 49-31,-25-24-1,-49 24 1,-50-24 0,-75-50-1,75 0-15,-124 0 16,149-25 0,49 0 15,26 1-16,24-1 1,24-25-16</inkml:trace>
  <inkml:trace contextRef="#ctx0" brushRef="#br0" timeOffset="156404.79">28699 3001 0,'0'0'32,"0"-24"46,25 24 0</inkml:trace>
  <inkml:trace contextRef="#ctx0" brushRef="#br0" timeOffset="157085.9">28699 3423 0,'25'0'79,"0"0"-33,-1 50-30,26 24 0,-25 0-1,0-24 1,-25 25 15,0-51-31,0 1 16,0 0-16,-25 0 31,-25-25-15,25 0-16,1 0 15,-51 0 1,26-25-16,24 0 16,-99-99 15,74 99-31</inkml:trace>
  <inkml:trace contextRef="#ctx0" brushRef="#br0" timeOffset="158267.79">27434 3349 0,'0'-25'125,"0"-25"-63,74-24-46,1-25 0,-26 24-1,1 50 1,0 1 15,24-26-15,-74 25 15,0 75 78</inkml:trace>
  <inkml:trace contextRef="#ctx0" brushRef="#br0" timeOffset="187040.67">25003 7169 0,'0'24'203,"0"1"-187,0 0 15,50-25-15,-25 50-1,24-1 1,26 1 0,-1-25 15,-24 24-15,-26 26-1,1-75-15,0 49 16,-25 26-1,0-26 1,0 1 0,0-1-1,0-24 1,-74 0 0,49-25-16,0 0 15,-49-25 1,49-24-16,-50-1 15,1-24 1,74-1 0,0 26 15,50-26-15,24 50-16</inkml:trace>
  <inkml:trace contextRef="#ctx0" brushRef="#br0" timeOffset="187524.17">26070 7417 0,'99'-25'203</inkml:trace>
  <inkml:trace contextRef="#ctx0" brushRef="#br0" timeOffset="189039.35">26789 6945 0,'0'0'0,"-25"0"31,0 0 16,-49 75-16,0-1-15,24-24-1,25-1 1,0 26-1,25-1 1,0-24 0,0-25-1,0-1-15,0 1 16,0 0 0,0 0-1,0 0 1,25-1-1,25 1 1,-25 0-16,-1-25 16,1 25-1,0-25 1,0 0-16,0 0 31,24-50-15,1 25-1,-25 1 1,-1 24 0,26-25-1,-25-25 1,0 25 0,-25 1-1,24-1 1,1 0-1,-25 0-15,25-24 32,-25 24-17,0 0 1,0-25 15,0 26-15,0-1 15,0-25-15,-25 25 15,25 1-15,-49 24-1,-1-50 1,25 25-1,-24 25 1,24 0-16,0 0 16,-74 0 15,49 0-31,-49 25 16</inkml:trace>
  <inkml:trace contextRef="#ctx0" brushRef="#br0" timeOffset="190287.82">25127 7491 0,'25'0'31,"-25"-25"-15,50 25 15,-26 0-16,26 0 1,0-25 0,-1 25-1,-24 0 1,25 0 0,-50-24-1,24 24 1,26-25-1,-25 0 1,-25 0 0,25 0 31,-25 1-16,0-1 0,0 0-15,0 0 15,0-24-15,0-1 15,-25 0-16,0 50 48</inkml:trace>
  <inkml:trace contextRef="#ctx0" brushRef="#br0" timeOffset="193901.34">22746 7268 0,'0'0'0,"0"25"109,124-25-93,99 99-1,-124-25 17,-74-74-32,25 50 15,-1 24 1,26 1 0,-26-1-1,-24 0 1,-25 1-1,0-50 1,0-1 0,-25 1-1,1-25 1,-1 0 0,0 0 15,0 0-16,-24-74 17,49-1-17,0 51-15,0-1 16,0 0-16</inkml:trace>
  <inkml:trace contextRef="#ctx0" brushRef="#br0" timeOffset="194500.02">23465 7541 0,'0'24'63,"25"51"-48,-25-50 1,25-1 0,24 1-1,1 0 1,24-25-1,-24 0 17,24 0-32,75 0 31,-149-25-15,0 0 46,-24-24-46,-1-26-1</inkml:trace>
  <inkml:trace contextRef="#ctx0" brushRef="#br0" timeOffset="195027.92">24160 7243 0,'25'0'47,"-1"0"-32,1 0 1,50 0 0,-26 0 15,26 0-15,-51 0-16,1 0 15,25 0-15,-25 0 31</inkml:trace>
  <inkml:trace contextRef="#ctx0" brushRef="#br0" timeOffset="195499.16">24160 7590 0,'0'0'0,"25"0"15,49 0 1,75 0-1,-75-49 1,-24 49 0,-25 0 15,-50 0 63</inkml:trace>
  <inkml:trace contextRef="#ctx0" brushRef="#br0" timeOffset="197780.57">29890 6300 0,'-25'-24'16,"0"24"62,0 0-47,0 24-15,-24 1-1,49 0 1,-25 0 0,25 0-1,-25-1 1,25 26 0,0 0-1,0-26-15,-25 1 16,1 50-1,24-51 1,0 26 0,0-25-1,0 0 1,0-1 31,74-73 31,50-75-47,-99 99-15,-25-49 31,25 24-16,-25 25-31,0 0 16,24-49-1,1 49-15,-25-24 16,0 24-1,0-25 1,0 1 0,0 24 15,-25 25 63,1 0-63,24 49 0,0 1-15,0-25-16,0 0 15,0 49 1,0-24 0,0-1-1,-25-49 1,25 50 0,0-25-1,0-1 1,25 1-1,49 0 1,0 0 0,-24-25-1,-25 0 1,-25-50 78,49 1-79,-49 24-15,0-25 16,0 1 0</inkml:trace>
  <inkml:trace contextRef="#ctx0" brushRef="#br0" timeOffset="198513.99">29245 6077 0,'0'50'78,"0"-1"-62,0-24 15,0 0 16,49 0-16,-24-25 31,25-50-15,-50 25-47</inkml:trace>
  <inkml:trace contextRef="#ctx0" brushRef="#br0" timeOffset="199245.96">30535 5928 0,'-25'50'78,"0"49"-46,-25-74-1</inkml:trace>
  <inkml:trace contextRef="#ctx0" brushRef="#br0" timeOffset="200927.97">27905 6499 0,'50'0'94,"24"25"-78,-24-1-1,-25 1 1,0-25 0,-1 75-1,1-51-15,-25 26 16,0-25-16,25 49 16,-25-24-1,25 0 1,-25 24 15,0-49-15,0 0-1,-25 24 17,-25-49-17,26 0 1,-1 0-1,25-49 64</inkml:trace>
  <inkml:trace contextRef="#ctx0" brushRef="#br0" timeOffset="201776.47">28401 6548 0,'-24'25'63,"24"74"-32,-25-24 0,0-1 1,25-49-17,0 0 1,25 0 62,74 24-47,50-49 1,-75 0-1,-74-49 47</inkml:trace>
  <inkml:trace contextRef="#ctx0" brushRef="#br0" timeOffset="202298.25">28897 6672 0,'0'-24'62,"25"24"-46,50-25 0,24-25-1,-74 50 1,0 0-1</inkml:trace>
  <inkml:trace contextRef="#ctx0" brushRef="#br0" timeOffset="203042.25">29071 6846 0,'-25'0'219,"-24"0"-204,-1 0 1,25 25 0,0-25-16</inkml:trace>
  <inkml:trace contextRef="#ctx0" brushRef="#br0" timeOffset="203858.39">28897 6871 0,'75'-25'187,"-50"25"-171,-1 0-16,1-25 94,0 25-79,0 0 126,0 0-126,0 0 1</inkml:trace>
  <inkml:trace contextRef="#ctx0" brushRef="#br0" timeOffset="205157.02">30882 6623 0,'0'25'47,"-75"49"-16,-49 25-15,-124-24-1,-49-1 1,-26-74-1,75 25 1,174-25-16,-1 25 16,51-25-1,-26 0 1,-49 0 0,24 0-1,1 25 1,49-1 15,-25-24-15,1 25-1,-1-25 17,50 25 46,-74 0-31,-1 99-16,26-75 0,24-49 0,0 0 1,25 25-17,-25-25 32,1 0-31,-76-99 15,26 25-15</inkml:trace>
  <inkml:trace contextRef="#ctx0" brushRef="#br0" timeOffset="-203736.12">11187 18306 0,'0'-25'0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7-22T19:10:49.3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17760 7987 0,'50'25'203,"74"-25"-172,25 25 0,-125-25 1,1 0 15,74 0-16,-24 0 0,-50 0 110</inkml:trace>
  <inkml:trace contextRef="#ctx0" brushRef="#br0" timeOffset="2179.87">16644 7367 0,'0'-25'93,"0"124"48,-74 149-125,24-74-1,0-75 1,50-24 0,-24-26-1,-1-49 1,25 25-1,0-74 79,0 24-78,25-99-1,-1-25 1,26 99 0,0-24-1,24 24 1,0-24 0,1 24-1,49-24 16,-124 49-15,49 75 47,1-1-48,24 75 1,-24-25-1,-25-24 1,24 24 0,-49-49-16,0-26 15,0 1-15,0 25 16,-24-50 93,-26-50-93,-24 1 0,-100-26-16</inkml:trace>
  <inkml:trace contextRef="#ctx0" brushRef="#br0" timeOffset="2613.17">16594 7590 0,'0'25'63,"75"49"-32,123 26-16,25-26 1,-123-49 0,-51-25-1,-24 0 32,0 0-31,49-25-1,50-49 1</inkml:trace>
  <inkml:trace contextRef="#ctx0" brushRef="#br0" timeOffset="3977.27">19273 7615 0,'-49'-50'31,"-1"50"-31,149 50 0,-248-149 16,75 49-1,24 50 1,1 0 0,-1 0-1,25 0 1,-24 0-1,24 50 1,-49-25 0,-1 49 15,26 0-15,24-24-1,25 49 1,0-24-1,0-26 1,0-24 0,25 25-1,49-25 1,-24-25 0,-1 0-16,-24 0 15,74-100 1,-24 75-1,-51-24 1,76-26 0,-51 1 15,-49 49-15,25 0-1,0 1-15,-25-1 16,0 0-16,25-49 31,-25 49 0,0 74 79,-25 100-79,25-74 0,25-75 79,74 0-95,-50 0 1,-24 0 78,-25-50-79,50 25 1,-1-24-1,-24 24-15</inkml:trace>
  <inkml:trace contextRef="#ctx0" brushRef="#br0" timeOffset="5293.57">20737 8434 0,'-25'0'31,"-25"0"-16,25 0 1,-24 49 0,-75 1-1,-99-25 1,-149 24 0,-25-49-1,198 0-15,-272 0 16,0 0-1,74-25 1,124 25 0,174 0-1,24 25 1,50-25 15,1 25-15,-1-25-1,0 0 1,0 0 93,-124 25-77,25-25-1,50-25 0,24 25-15,26 0-1,24-25 48</inkml:trace>
  <inkml:trace contextRef="#ctx0" brushRef="#br0" timeOffset="41229.26">8657 13618 0,'0'25'157,"74"-25"-126,1 24-16,-26 1 1,26-25 0,-1 0-1,-24 0-15,-25 0 16,99 25 0,-75-25-16,50 25 15,-49-25 1,-25 0-1,49-25 126</inkml:trace>
  <inkml:trace contextRef="#ctx0" brushRef="#br0" timeOffset="42179.34">10294 13717 0,'25'0'94,"24"25"-79,26-25 1,222 49-1,-24-24 1,0 0 0,-99-25-1,-100 0 1,-49 0 0</inkml:trace>
  <inkml:trace contextRef="#ctx0" brushRef="#br0" timeOffset="46388.25">13271 13990 0,'-50'0'62,"25"0"-15,75 0 94,74-25-110,-75 25-15,1 0-1,-25 0 1,24 0 46,26 0-46,24 0 0,0 0-1,-49 0-15,-1 0 16,75 0-1,-74 0 17,-50-25 93,74-74-125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7-22T19:13:44.3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1389 8434 0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23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52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47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67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14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601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8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39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93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8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302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4DE2DA-253D-39B9-4433-41D83EA62E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9670" r="-1" b="-1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93C7BE-0EA4-4B37-F3A1-2C6CCF653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IN" sz="6600" i="1" dirty="0">
                <a:solidFill>
                  <a:schemeClr val="bg1"/>
                </a:solidFill>
              </a:rPr>
              <a:t>Lec 04 : Python Syntax Basics</a:t>
            </a:r>
            <a:r>
              <a:rPr lang="en-IN" sz="6600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D8AE89-33C3-567F-0506-08807FFF5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IN" b="1" i="0" dirty="0">
                <a:solidFill>
                  <a:schemeClr val="bg1"/>
                </a:solidFill>
              </a:rPr>
              <a:t>1: Variables &amp; Naming Conventions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30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67A753-9DD1-5A66-12EE-EA8F280C6CF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968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1E7B91-99C2-B5EF-87E8-7541148B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en-IN" sz="5000" dirty="0"/>
              <a:t>01. What is Variable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64D11-00BF-57BB-9A5E-B3289AF2B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r>
              <a:rPr lang="en-IN" sz="2000" dirty="0"/>
              <a:t>A </a:t>
            </a:r>
            <a:r>
              <a:rPr lang="en-IN" sz="2000" b="1" dirty="0"/>
              <a:t>variable</a:t>
            </a:r>
            <a:r>
              <a:rPr lang="en-IN" sz="2000" dirty="0"/>
              <a:t> is a named location in memory used to store a value. In Python, you don't need to declare a variable's type explicitly — Python figures it out automatically based on the value assigned (this is called </a:t>
            </a:r>
            <a:r>
              <a:rPr lang="en-IN" sz="2000" b="1" dirty="0"/>
              <a:t>dynamic typing</a:t>
            </a:r>
            <a:r>
              <a:rPr lang="en-IN" sz="2000" dirty="0"/>
              <a:t>).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2659F4F-5882-93FC-A36B-444ACE384398}"/>
                  </a:ext>
                </a:extLst>
              </p14:cNvPr>
              <p14:cNvContentPartPr/>
              <p14:nvPr/>
            </p14:nvContentPartPr>
            <p14:xfrm>
              <a:off x="3661200" y="1044720"/>
              <a:ext cx="7456680" cy="5545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2659F4F-5882-93FC-A36B-444ACE3843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51840" y="1035360"/>
                <a:ext cx="7475400" cy="556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5409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B6E9D4-CE6F-4923-AC21-B16FB26390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968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BA1ADD-C837-67EE-D0F2-7B87587CF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en-IN" sz="4600" dirty="0"/>
              <a:t>02. Rules for Naming Variables (Mandatory)</a:t>
            </a:r>
            <a:br>
              <a:rPr lang="en-IN" sz="4600" dirty="0"/>
            </a:br>
            <a:endParaRPr lang="en-IN" sz="4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E44A4-F04E-98A7-1CE6-504F62C13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r>
              <a:rPr lang="en-IN" sz="2000" dirty="0"/>
              <a:t>Must start with a </a:t>
            </a:r>
            <a:r>
              <a:rPr lang="en-IN" sz="2000" b="1" dirty="0"/>
              <a:t>letter</a:t>
            </a:r>
            <a:r>
              <a:rPr lang="en-IN" sz="2000" dirty="0"/>
              <a:t> (a-z, A-Z) or an </a:t>
            </a:r>
            <a:r>
              <a:rPr lang="en-IN" sz="2000" b="1" dirty="0"/>
              <a:t>underscore</a:t>
            </a:r>
            <a:r>
              <a:rPr lang="en-IN" sz="2000" dirty="0"/>
              <a:t> _ — not a digit.</a:t>
            </a:r>
          </a:p>
          <a:p>
            <a:r>
              <a:rPr lang="en-IN" sz="2000" dirty="0"/>
              <a:t>Can only contain </a:t>
            </a:r>
            <a:r>
              <a:rPr lang="en-IN" sz="2000" b="1" dirty="0"/>
              <a:t>letters, digits, and underscores</a:t>
            </a:r>
            <a:r>
              <a:rPr lang="en-IN" sz="2000" dirty="0"/>
              <a:t> (no spaces, no special characters like @, -, %).</a:t>
            </a:r>
          </a:p>
          <a:p>
            <a:r>
              <a:rPr lang="en-IN" sz="2000" b="1" dirty="0"/>
              <a:t>Case-sensitive</a:t>
            </a:r>
            <a:r>
              <a:rPr lang="en-IN" sz="2000" dirty="0"/>
              <a:t> — age, Age, and AGE are three different variables.</a:t>
            </a:r>
          </a:p>
          <a:p>
            <a:r>
              <a:rPr lang="en-IN" sz="2000" dirty="0"/>
              <a:t>Cannot be a Python </a:t>
            </a:r>
            <a:r>
              <a:rPr lang="en-IN" sz="2000" b="1" dirty="0"/>
              <a:t>reserved keyword</a:t>
            </a:r>
            <a:r>
              <a:rPr lang="en-IN" sz="2000" dirty="0"/>
              <a:t> (e.g., if, for, class, True, None).</a:t>
            </a:r>
          </a:p>
          <a:p>
            <a:endParaRPr lang="en-IN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D24AA4A-028C-B40A-6C65-DEF35E6AD765}"/>
                  </a:ext>
                </a:extLst>
              </p14:cNvPr>
              <p14:cNvContentPartPr/>
              <p14:nvPr/>
            </p14:nvContentPartPr>
            <p14:xfrm>
              <a:off x="3116520" y="2643120"/>
              <a:ext cx="4349160" cy="2393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D24AA4A-028C-B40A-6C65-DEF35E6AD7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7160" y="2633760"/>
                <a:ext cx="4367880" cy="241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2444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4FD5EA-7ADA-EC8D-441B-ACEB60467B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29670" r="-1" b="-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2A8EF1-D41F-0D0A-E959-BFA766862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10051"/>
          </a:xfrm>
        </p:spPr>
        <p:txBody>
          <a:bodyPr>
            <a:normAutofit fontScale="90000"/>
          </a:bodyPr>
          <a:lstStyle/>
          <a:p>
            <a:r>
              <a:rPr lang="en-IN" dirty="0"/>
              <a:t>03. Naming Convention Best Practices 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94423E-7B83-C23B-2954-376A15A117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7860750"/>
              </p:ext>
            </p:extLst>
          </p:nvPr>
        </p:nvGraphicFramePr>
        <p:xfrm>
          <a:off x="520700" y="1949824"/>
          <a:ext cx="10210053" cy="393194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39967">
                  <a:extLst>
                    <a:ext uri="{9D8B030D-6E8A-4147-A177-3AD203B41FA5}">
                      <a16:colId xmlns:a16="http://schemas.microsoft.com/office/drawing/2014/main" val="3653701796"/>
                    </a:ext>
                  </a:extLst>
                </a:gridCol>
                <a:gridCol w="4366735">
                  <a:extLst>
                    <a:ext uri="{9D8B030D-6E8A-4147-A177-3AD203B41FA5}">
                      <a16:colId xmlns:a16="http://schemas.microsoft.com/office/drawing/2014/main" val="57546006"/>
                    </a:ext>
                  </a:extLst>
                </a:gridCol>
                <a:gridCol w="3403351">
                  <a:extLst>
                    <a:ext uri="{9D8B030D-6E8A-4147-A177-3AD203B41FA5}">
                      <a16:colId xmlns:a16="http://schemas.microsoft.com/office/drawing/2014/main" val="444588702"/>
                    </a:ext>
                  </a:extLst>
                </a:gridCol>
              </a:tblGrid>
              <a:tr h="60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Convention</a:t>
                      </a:r>
                      <a:endParaRPr lang="en-IN" sz="320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Used for</a:t>
                      </a:r>
                      <a:endParaRPr lang="en-IN" sz="320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Example</a:t>
                      </a:r>
                      <a:endParaRPr lang="en-IN" sz="320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011346613"/>
                  </a:ext>
                </a:extLst>
              </a:tr>
              <a:tr h="60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smale_case</a:t>
                      </a:r>
                      <a:endParaRPr lang="en-IN" sz="20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Variables and function names</a:t>
                      </a:r>
                      <a:endParaRPr lang="en-IN" sz="20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total_price, user_age</a:t>
                      </a:r>
                      <a:endParaRPr lang="en-IN" sz="20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937442855"/>
                  </a:ext>
                </a:extLst>
              </a:tr>
              <a:tr h="60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UPPER_CASE</a:t>
                      </a:r>
                      <a:endParaRPr lang="en-IN" sz="200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Constants (values that shouldn't change)</a:t>
                      </a:r>
                      <a:endParaRPr lang="en-IN" sz="20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MAX_LIMIT = 100</a:t>
                      </a:r>
                      <a:endParaRPr lang="en-IN" sz="20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64433932"/>
                  </a:ext>
                </a:extLst>
              </a:tr>
              <a:tr h="6057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PascalCase</a:t>
                      </a:r>
                      <a:endParaRPr lang="en-IN" sz="20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Class names</a:t>
                      </a:r>
                      <a:endParaRPr lang="en-IN" sz="20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class StudentRecord:</a:t>
                      </a:r>
                      <a:endParaRPr lang="en-IN" sz="20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83053475"/>
                  </a:ext>
                </a:extLst>
              </a:tr>
              <a:tr h="6978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_leading_underscore</a:t>
                      </a:r>
                      <a:endParaRPr lang="en-IN" sz="20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"Internal use" convention (weak privacy signal)</a:t>
                      </a:r>
                      <a:endParaRPr lang="en-IN" sz="20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_internal_value</a:t>
                      </a:r>
                      <a:endParaRPr lang="en-IN" sz="20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18155145"/>
                  </a:ext>
                </a:extLst>
              </a:tr>
              <a:tr h="6978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__double_leading_underscore</a:t>
                      </a:r>
                      <a:endParaRPr lang="en-IN" sz="200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Name-mangling in classes (stronger privacy signal)</a:t>
                      </a:r>
                      <a:endParaRPr lang="en-IN" sz="20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__secret</a:t>
                      </a:r>
                      <a:endParaRPr lang="en-IN" sz="200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8151162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44DB27A-909B-B1EE-536A-F35445FA4817}"/>
                  </a:ext>
                </a:extLst>
              </p14:cNvPr>
              <p14:cNvContentPartPr/>
              <p14:nvPr/>
            </p14:nvContentPartPr>
            <p14:xfrm>
              <a:off x="500040" y="3036240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44DB27A-909B-B1EE-536A-F35445FA48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0680" y="30268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7776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</TotalTime>
  <Words>225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-apple-system</vt:lpstr>
      <vt:lpstr>Aptos</vt:lpstr>
      <vt:lpstr>Aptos Display</vt:lpstr>
      <vt:lpstr>Arial</vt:lpstr>
      <vt:lpstr>Office Theme</vt:lpstr>
      <vt:lpstr>Lec 04 : Python Syntax Basics  </vt:lpstr>
      <vt:lpstr>01. What is Variable ?</vt:lpstr>
      <vt:lpstr>02. Rules for Naming Variables (Mandatory) </vt:lpstr>
      <vt:lpstr>03. Naming Convention Best Practices 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aayushi patel</dc:creator>
  <cp:lastModifiedBy>aayushi patel</cp:lastModifiedBy>
  <cp:revision>2</cp:revision>
  <dcterms:created xsi:type="dcterms:W3CDTF">2026-07-22T18:13:28Z</dcterms:created>
  <dcterms:modified xsi:type="dcterms:W3CDTF">2026-07-22T20:17:31Z</dcterms:modified>
</cp:coreProperties>
</file>